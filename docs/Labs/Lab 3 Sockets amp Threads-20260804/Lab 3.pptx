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2"/>
  </p:notesMasterIdLst>
  <p:sldIdLst>
    <p:sldId id="256" r:id="rId2"/>
    <p:sldId id="267" r:id="rId3"/>
    <p:sldId id="268" r:id="rId4"/>
    <p:sldId id="275" r:id="rId5"/>
    <p:sldId id="274" r:id="rId6"/>
    <p:sldId id="270" r:id="rId7"/>
    <p:sldId id="271" r:id="rId8"/>
    <p:sldId id="272" r:id="rId9"/>
    <p:sldId id="27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FBE"/>
    <a:srgbClr val="D34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9"/>
    <p:restoredTop sz="91634" autoAdjust="0"/>
  </p:normalViewPr>
  <p:slideViewPr>
    <p:cSldViewPr snapToGrid="0">
      <p:cViewPr varScale="1">
        <p:scale>
          <a:sx n="65" d="100"/>
          <a:sy n="65" d="100"/>
        </p:scale>
        <p:origin x="79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7BE9F-BC06-6944-A3AA-F9B737474F0E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A268F-4589-6748-83FF-3AD62ECAD22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9652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realpython.com</a:t>
            </a:r>
            <a:r>
              <a:rPr lang="en-US" dirty="0"/>
              <a:t>/python-sockets/</a:t>
            </a:r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A268F-4589-6748-83FF-3AD62ECAD22B}" type="slidenum">
              <a:rPr lang="en-EG" smtClean="0"/>
              <a:t>3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9793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10320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5636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EG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911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684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9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385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31947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9094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5272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8266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87350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5EFFC1B-E459-084B-A804-1FF2B3914C27}" type="datetimeFigureOut">
              <a:rPr lang="en-EG" smtClean="0"/>
              <a:t>10/12/2024</a:t>
            </a:fld>
            <a:endParaRPr lang="en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EG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5307815-AF05-9B4D-90EA-CB270551BE3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6490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76CA2-5BBB-D152-4DCC-1567FF623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G" dirty="0">
                <a:solidFill>
                  <a:srgbClr val="FF0000"/>
                </a:solidFill>
              </a:rPr>
              <a:t>HCI : Labs</a:t>
            </a:r>
          </a:p>
        </p:txBody>
      </p:sp>
    </p:spTree>
    <p:extLst>
      <p:ext uri="{BB962C8B-B14F-4D97-AF65-F5344CB8AC3E}">
        <p14:creationId xmlns:p14="http://schemas.microsoft.com/office/powerpoint/2010/main" val="261356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2381B7F-9E6D-7DF5-1368-72646ECF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73"/>
          <a:stretch/>
        </p:blipFill>
        <p:spPr>
          <a:xfrm>
            <a:off x="123629" y="1493520"/>
            <a:ext cx="11944741" cy="47546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1DA37-D369-3A4C-4602-68CD5914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33832"/>
            <a:ext cx="10058400" cy="1609344"/>
          </a:xfrm>
        </p:spPr>
        <p:txBody>
          <a:bodyPr/>
          <a:lstStyle/>
          <a:p>
            <a:r>
              <a:rPr lang="en-US" dirty="0"/>
              <a:t>ROADMAP 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4976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E374-AD33-E06F-68AB-88751946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Socekts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FB327-0E25-ABCF-D654-5FCE36EE7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EG" sz="2800" dirty="0"/>
              <a:t>What is sockets?</a:t>
            </a:r>
          </a:p>
          <a:p>
            <a:endParaRPr lang="en-EG" sz="2800" dirty="0"/>
          </a:p>
          <a:p>
            <a:r>
              <a:rPr lang="en-EG" sz="2800" dirty="0"/>
              <a:t>Applications</a:t>
            </a:r>
          </a:p>
          <a:p>
            <a:pPr lvl="1"/>
            <a:r>
              <a:rPr lang="en-US" sz="2000" dirty="0"/>
              <a:t>File </a:t>
            </a:r>
            <a:r>
              <a:rPr lang="en-US" sz="2000"/>
              <a:t>transfer applications</a:t>
            </a:r>
            <a:endParaRPr lang="en-US" sz="2000" dirty="0"/>
          </a:p>
          <a:p>
            <a:pPr lvl="1"/>
            <a:r>
              <a:rPr lang="en-US" sz="2000" dirty="0"/>
              <a:t>Instant messaging applications</a:t>
            </a:r>
          </a:p>
          <a:p>
            <a:pPr lvl="1"/>
            <a:r>
              <a:rPr lang="en-US" sz="2000" dirty="0"/>
              <a:t>Online games</a:t>
            </a:r>
          </a:p>
          <a:p>
            <a:pPr lvl="1"/>
            <a:r>
              <a:rPr lang="en-US" sz="2000" dirty="0"/>
              <a:t>Chat applications</a:t>
            </a:r>
          </a:p>
          <a:p>
            <a:pPr lvl="1"/>
            <a:r>
              <a:rPr lang="en-US" sz="2000" dirty="0"/>
              <a:t>Peer-to-peer networking applications</a:t>
            </a:r>
          </a:p>
          <a:p>
            <a:pPr lvl="1"/>
            <a:r>
              <a:rPr lang="en-US" sz="2000" dirty="0"/>
              <a:t>Internet of Things (IoT)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3852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9E8B-8474-426B-80FF-CFB94076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62070"/>
            <a:ext cx="10058400" cy="1131905"/>
          </a:xfrm>
        </p:spPr>
        <p:txBody>
          <a:bodyPr/>
          <a:lstStyle/>
          <a:p>
            <a:r>
              <a:rPr lang="en-EG" dirty="0"/>
              <a:t>Sockets: Applicatoins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3ACDD-C23D-768A-6876-EE9328FBA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G" dirty="0"/>
          </a:p>
        </p:txBody>
      </p:sp>
      <p:pic>
        <p:nvPicPr>
          <p:cNvPr id="7170" name="Picture 2" descr="Real Time Apps with TypeScript: Integrating Web Sockets, Node &amp; Angular">
            <a:extLst>
              <a:ext uri="{FF2B5EF4-FFF2-40B4-BE49-F238E27FC236}">
                <a16:creationId xmlns:a16="http://schemas.microsoft.com/office/drawing/2014/main" id="{FBAEB651-3222-0FD9-F121-9D8FD276C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58" y="2093975"/>
            <a:ext cx="10277792" cy="482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79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869C-E2B1-03D3-3E44-E2DDF08B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Sockets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B530-D8FE-8E1C-70CB-2B3E3D38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6146" name="Picture 2" descr="TCP socket flow">
            <a:extLst>
              <a:ext uri="{FF2B5EF4-FFF2-40B4-BE49-F238E27FC236}">
                <a16:creationId xmlns:a16="http://schemas.microsoft.com/office/drawing/2014/main" id="{6E04A838-2C28-0DE6-1263-25A62827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2093976"/>
            <a:ext cx="10058400" cy="473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81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D7B7-BFDB-4420-98C6-24163CDB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Threading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C171D-14D1-8E86-BEED-3E81809AF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EG" sz="2800" dirty="0"/>
              <a:t>What is Threading</a:t>
            </a:r>
          </a:p>
          <a:p>
            <a:pPr>
              <a:lnSpc>
                <a:spcPct val="200000"/>
              </a:lnSpc>
            </a:pPr>
            <a:r>
              <a:rPr lang="en-EG" sz="2800" dirty="0"/>
              <a:t>Multi-Threading Vs. Multi Processing</a:t>
            </a:r>
          </a:p>
          <a:p>
            <a:pPr>
              <a:lnSpc>
                <a:spcPct val="200000"/>
              </a:lnSpc>
            </a:pPr>
            <a:r>
              <a:rPr lang="en-EG" sz="2800" dirty="0"/>
              <a:t>Synchronous Vs Asynchronous</a:t>
            </a:r>
          </a:p>
        </p:txBody>
      </p:sp>
    </p:spTree>
    <p:extLst>
      <p:ext uri="{BB962C8B-B14F-4D97-AF65-F5344CB8AC3E}">
        <p14:creationId xmlns:p14="http://schemas.microsoft.com/office/powerpoint/2010/main" val="98477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D7B7-BFDB-4420-98C6-24163CDB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Threading</a:t>
            </a:r>
          </a:p>
        </p:txBody>
      </p:sp>
      <p:pic>
        <p:nvPicPr>
          <p:cNvPr id="4098" name="Picture 2" descr="multi threading - Programming - Linus Tech Tips">
            <a:extLst>
              <a:ext uri="{FF2B5EF4-FFF2-40B4-BE49-F238E27FC236}">
                <a16:creationId xmlns:a16="http://schemas.microsoft.com/office/drawing/2014/main" id="{165E9263-5A26-60AA-D249-AC395FB3B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2093976"/>
            <a:ext cx="10058400" cy="440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027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D7B7-BFDB-4420-98C6-24163CDB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Multi-Threading VS. Multi-Processing</a:t>
            </a:r>
          </a:p>
        </p:txBody>
      </p:sp>
      <p:pic>
        <p:nvPicPr>
          <p:cNvPr id="2050" name="Picture 2" descr="Multi-threading vs Multi-processing programming in Python – SemFio Networks">
            <a:extLst>
              <a:ext uri="{FF2B5EF4-FFF2-40B4-BE49-F238E27FC236}">
                <a16:creationId xmlns:a16="http://schemas.microsoft.com/office/drawing/2014/main" id="{E9CBCCCD-CA4B-70A2-D88D-8664B429C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3976"/>
            <a:ext cx="12192000" cy="476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093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ED80-C76C-8ABD-C242-948414A8E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Sync Vs. Async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CEC02-064E-9803-687B-9F92AB182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G"/>
          </a:p>
        </p:txBody>
      </p:sp>
      <p:pic>
        <p:nvPicPr>
          <p:cNvPr id="5122" name="Picture 2" descr="Advance Javascript. call(): Take a look at this simple… | by sushmoy barua  | Medium">
            <a:extLst>
              <a:ext uri="{FF2B5EF4-FFF2-40B4-BE49-F238E27FC236}">
                <a16:creationId xmlns:a16="http://schemas.microsoft.com/office/drawing/2014/main" id="{A38CA18F-E9F5-6229-F434-0037975A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93976"/>
            <a:ext cx="12192000" cy="440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397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58BC-38C2-E973-7EEE-47642564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Thrading</a:t>
            </a:r>
          </a:p>
        </p:txBody>
      </p:sp>
      <p:pic>
        <p:nvPicPr>
          <p:cNvPr id="1026" name="Picture 2" descr="GitHub - JGLaferte/Multi-Threading: Show how to use single and multi  threading">
            <a:extLst>
              <a:ext uri="{FF2B5EF4-FFF2-40B4-BE49-F238E27FC236}">
                <a16:creationId xmlns:a16="http://schemas.microsoft.com/office/drawing/2014/main" id="{447E9D57-04C7-C36A-5B17-03607C91B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1659636"/>
            <a:ext cx="10160000" cy="519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639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{0A22AD05-49FE-3940-9B10-29393E966724}tf10001070</Template>
  <TotalTime>2077</TotalTime>
  <Words>66</Words>
  <Application>Microsoft Office PowerPoint</Application>
  <PresentationFormat>Widescreen</PresentationFormat>
  <Paragraphs>24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Rockwell</vt:lpstr>
      <vt:lpstr>Rockwell Condensed</vt:lpstr>
      <vt:lpstr>Rockwell Extra Bold</vt:lpstr>
      <vt:lpstr>Wingdings</vt:lpstr>
      <vt:lpstr>Wood Type</vt:lpstr>
      <vt:lpstr>HCI : Labs</vt:lpstr>
      <vt:lpstr>ROADMAP </vt:lpstr>
      <vt:lpstr>Socekts</vt:lpstr>
      <vt:lpstr>Sockets: Applicatoins</vt:lpstr>
      <vt:lpstr>Sockets Architecture</vt:lpstr>
      <vt:lpstr>Threading</vt:lpstr>
      <vt:lpstr>Threading</vt:lpstr>
      <vt:lpstr>Multi-Threading VS. Multi-Processing</vt:lpstr>
      <vt:lpstr>Sync Vs. Async</vt:lpstr>
      <vt:lpstr>Thrading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: Labs</dc:title>
  <dc:creator>Mo'men Ibrahem</dc:creator>
  <cp:lastModifiedBy>Farah Darwish</cp:lastModifiedBy>
  <cp:revision>13</cp:revision>
  <dcterms:created xsi:type="dcterms:W3CDTF">2022-10-12T05:49:40Z</dcterms:created>
  <dcterms:modified xsi:type="dcterms:W3CDTF">2024-10-12T07:38:02Z</dcterms:modified>
</cp:coreProperties>
</file>